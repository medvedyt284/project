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117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2482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748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739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48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517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24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250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198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029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962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2821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541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0486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65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525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85796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58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Треугольный абстрактный фон">
            <a:extLst>
              <a:ext uri="{FF2B5EF4-FFF2-40B4-BE49-F238E27FC236}">
                <a16:creationId xmlns:a16="http://schemas.microsoft.com/office/drawing/2014/main" id="{AF40DF6B-4D2B-3C2A-BB61-5BEFD48F2E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B1179-7066-0960-F152-A1DA95D2E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2334945"/>
          </a:xfrm>
        </p:spPr>
        <p:txBody>
          <a:bodyPr anchor="b">
            <a:normAutofit/>
          </a:bodyPr>
          <a:lstStyle/>
          <a:p>
            <a:pPr algn="l"/>
            <a:r>
              <a:rPr lang="en-US" sz="5800" dirty="0">
                <a:solidFill>
                  <a:schemeClr val="bg1"/>
                </a:solidFill>
              </a:rPr>
              <a:t>Book database</a:t>
            </a:r>
            <a:endParaRPr lang="ru-RU" sz="5800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EF1AEC-FEC0-D6E0-3F44-7F731693C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5" y="3525926"/>
            <a:ext cx="4461118" cy="2918765"/>
          </a:xfrm>
        </p:spPr>
        <p:txBody>
          <a:bodyPr anchor="t">
            <a:noAutofit/>
          </a:bodyPr>
          <a:lstStyle/>
          <a:p>
            <a:pPr algn="l"/>
            <a:r>
              <a:rPr lang="ru-RU" b="1" dirty="0">
                <a:solidFill>
                  <a:schemeClr val="bg1"/>
                </a:solidFill>
              </a:rPr>
              <a:t>Программа представляет собой реализованный алгоритм для анализа базы данных с книгами и поиска необходимой информации. Пользователь сможет просматривать список книг, искать по названию, году или же автору.</a:t>
            </a:r>
          </a:p>
        </p:txBody>
      </p:sp>
    </p:spTree>
    <p:extLst>
      <p:ext uri="{BB962C8B-B14F-4D97-AF65-F5344CB8AC3E}">
        <p14:creationId xmlns:p14="http://schemas.microsoft.com/office/powerpoint/2010/main" val="1011387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C7D8F-08E2-81D0-8F81-37C6657D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687629"/>
            <a:ext cx="9613861" cy="1258214"/>
          </a:xfrm>
        </p:spPr>
        <p:txBody>
          <a:bodyPr>
            <a:normAutofit fontScale="90000"/>
          </a:bodyPr>
          <a:lstStyle/>
          <a:p>
            <a:r>
              <a:rPr lang="en-US" dirty="0"/>
              <a:t>Book database </a:t>
            </a:r>
            <a:r>
              <a:rPr lang="ru-RU" dirty="0"/>
              <a:t>это инструмент, используя который можно искать книги по всей базе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FF52B8-3FEA-C59C-B593-B233DDBE9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336873"/>
            <a:ext cx="9613861" cy="359931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			  Вот пример функционала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474392-622C-F9A2-0562-3AE29D87C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1" y="2737471"/>
            <a:ext cx="8054034" cy="383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54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FCCDA-27AD-BAB4-0B40-F6587E41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Код проекта основан на встроенных библиотеках </a:t>
            </a:r>
            <a:r>
              <a:rPr lang="en-US" b="1" dirty="0" err="1"/>
              <a:t>tkinter</a:t>
            </a:r>
            <a:r>
              <a:rPr lang="en-US" b="1" dirty="0"/>
              <a:t> </a:t>
            </a:r>
            <a:r>
              <a:rPr lang="ru-RU" b="1" dirty="0"/>
              <a:t>и </a:t>
            </a:r>
            <a:r>
              <a:rPr lang="en-US" b="1" dirty="0"/>
              <a:t>sqlite3</a:t>
            </a:r>
            <a:br>
              <a:rPr lang="ru-RU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DA68263-254C-68E4-29CC-B36F81B7C1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754" y="2175866"/>
            <a:ext cx="5905246" cy="46053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72EB25-D656-6FC4-18F7-D17E4168E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144" y="2175866"/>
            <a:ext cx="5691102" cy="460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0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42479B-62FB-7A27-2D7B-D10744FD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                         На этом все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E20D679-991B-01A8-DD3D-E0DA02690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5342" y="2439214"/>
            <a:ext cx="5354726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39333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TM04033917[[fn=Берлин]]</Template>
  <TotalTime>10</TotalTime>
  <Words>68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7" baseType="lpstr">
      <vt:lpstr>Arial</vt:lpstr>
      <vt:lpstr>Trebuchet MS</vt:lpstr>
      <vt:lpstr>Берлин</vt:lpstr>
      <vt:lpstr>Book database</vt:lpstr>
      <vt:lpstr>Book database это инструмент, используя который можно искать книги по всей базе данных</vt:lpstr>
      <vt:lpstr>Код проекта основан на встроенных библиотеках tkinter и sqlite3 </vt:lpstr>
      <vt:lpstr>                          На этом все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Михаил Медведев</dc:creator>
  <cp:lastModifiedBy>Михаил Медведев</cp:lastModifiedBy>
  <cp:revision>1</cp:revision>
  <dcterms:created xsi:type="dcterms:W3CDTF">2025-11-28T16:05:01Z</dcterms:created>
  <dcterms:modified xsi:type="dcterms:W3CDTF">2025-11-28T16:15:33Z</dcterms:modified>
</cp:coreProperties>
</file>